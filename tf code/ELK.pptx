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  <a:t>4/6/2018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tifacts.elastic.co/downloads/elasticsearch/elasticsearch-6.2.3.rp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altLang="en-US" sz="3200">
                <a:latin typeface="+mn-lt"/>
              </a:rPr>
              <a:t>ELK:</a:t>
            </a:r>
            <a:br>
              <a:rPr lang="en-IN" altLang="en-US" sz="3200">
                <a:latin typeface="+mn-lt"/>
              </a:rPr>
            </a:br>
            <a:r>
              <a:rPr lang="en-IN" altLang="en-US" sz="3200">
                <a:latin typeface="+mn-lt"/>
              </a:rPr>
              <a:t>Elastic Search, Logstash, Kibana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7840"/>
            <a:ext cx="10515600" cy="897890"/>
          </a:xfrm>
        </p:spPr>
        <p:txBody>
          <a:bodyPr/>
          <a:lstStyle/>
          <a:p>
            <a:r>
              <a:rPr lang="en-IN" altLang="en-US" sz="3200">
                <a:latin typeface="+mn-lt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1105"/>
            <a:ext cx="10515600" cy="4956175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IN" altLang="en-US"/>
              <a:t>-Log management and search to narrowing down the issue difficult with current logging system</a:t>
            </a:r>
          </a:p>
          <a:p>
            <a:pPr marL="0" indent="0">
              <a:buNone/>
            </a:pPr>
            <a:r>
              <a:rPr lang="en-IN" altLang="en-US"/>
              <a:t>- It provides a central logging server, where all application and system logs are collected.</a:t>
            </a:r>
          </a:p>
          <a:p>
            <a:pPr marL="0" indent="0">
              <a:buNone/>
            </a:pPr>
            <a:r>
              <a:rPr lang="en-IN" altLang="en-US"/>
              <a:t>-Has good WebInterface which filters and sort different fields in the logs and populate all of that in a web interface.</a:t>
            </a: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Integrated collection of logs at one place</a:t>
            </a:r>
          </a:p>
          <a:p>
            <a:pPr marL="0" indent="0">
              <a:buNone/>
            </a:pPr>
            <a:r>
              <a:rPr lang="en-IN" altLang="en-US"/>
              <a:t>Parsing of logs (So that you dont need to run tail, grep or awk to sort the output)</a:t>
            </a:r>
          </a:p>
          <a:p>
            <a:pPr marL="0" indent="0">
              <a:buNone/>
            </a:pPr>
            <a:r>
              <a:rPr lang="en-IN" altLang="en-US"/>
              <a:t>Storage and easy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419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545"/>
            <a:ext cx="10515600" cy="5118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en-US"/>
              <a:t>-</a:t>
            </a:r>
            <a:r>
              <a:rPr lang="en-US"/>
              <a:t>Logstash is free </a:t>
            </a:r>
            <a:r>
              <a:rPr lang="en-IN" altLang="en-US"/>
              <a:t>and Open Source under Apache 2 license.</a:t>
            </a:r>
          </a:p>
          <a:p>
            <a:pPr marL="0" indent="0">
              <a:buNone/>
            </a:pPr>
            <a:r>
              <a:rPr lang="en-IN" altLang="en-US"/>
              <a:t>-logstash can collect log inputs from the following places.	</a:t>
            </a:r>
          </a:p>
          <a:p>
            <a:pPr lvl="1"/>
            <a:r>
              <a:rPr lang="en-IN" altLang="en-US"/>
              <a:t> Windows Event Logs</a:t>
            </a:r>
          </a:p>
          <a:p>
            <a:pPr lvl="1"/>
            <a:r>
              <a:rPr lang="en-IN" altLang="en-US"/>
              <a:t>Syslog</a:t>
            </a:r>
          </a:p>
          <a:p>
            <a:pPr lvl="1"/>
            <a:r>
              <a:rPr lang="en-IN" altLang="en-US"/>
              <a:t>TCP/UDP</a:t>
            </a:r>
          </a:p>
          <a:p>
            <a:pPr lvl="1"/>
            <a:r>
              <a:rPr lang="en-IN" altLang="en-US"/>
              <a:t>Files (which means any custom log file that does not come under syslog, where your application sends log data)</a:t>
            </a:r>
          </a:p>
          <a:p>
            <a:pPr lvl="1"/>
            <a:r>
              <a:rPr lang="en-IN" altLang="en-US"/>
              <a:t>STDIN</a:t>
            </a:r>
          </a:p>
          <a:p>
            <a:pPr lvl="1"/>
            <a:endParaRPr lang="en-IN" altLang="en-US"/>
          </a:p>
          <a:p>
            <a:pPr marL="0" lvl="1" algn="l">
              <a:spcBef>
                <a:spcPts val="1000"/>
              </a:spcBef>
              <a:buNone/>
            </a:pPr>
            <a:r>
              <a:rPr lang="en-IN" altLang="en-US" sz="2800"/>
              <a:t>-Logstash is written in Jruby. And it requires Java on your machine to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6600"/>
          </a:xfrm>
        </p:spPr>
        <p:txBody>
          <a:bodyPr>
            <a:normAutofit/>
          </a:bodyPr>
          <a:lstStyle/>
          <a:p>
            <a:r>
              <a:rPr lang="en-IN" altLang="en-US" sz="2400" b="1"/>
              <a:t>Components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3990" y="1653540"/>
            <a:ext cx="6762750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95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9335"/>
            <a:ext cx="10515600" cy="5147945"/>
          </a:xfrm>
        </p:spPr>
        <p:txBody>
          <a:bodyPr>
            <a:normAutofit/>
          </a:bodyPr>
          <a:lstStyle/>
          <a:p>
            <a:r>
              <a:rPr lang="en-US"/>
              <a:t>A remote shipper component which will be on all the agents (clients/servers which will send their logs to our central logstash server) </a:t>
            </a:r>
            <a:r>
              <a:rPr lang="en-IN" altLang="en-US">
                <a:solidFill>
                  <a:srgbClr val="FF0000"/>
                </a:solidFill>
              </a:rPr>
              <a:t>::Logstash</a:t>
            </a:r>
          </a:p>
          <a:p>
            <a:r>
              <a:rPr lang="en-US"/>
              <a:t>Searching and Storage for the data</a:t>
            </a:r>
          </a:p>
          <a:p>
            <a:r>
              <a:rPr lang="en-US"/>
              <a:t>Web interface (Where you can search and view your log details at your specified time range)  </a:t>
            </a:r>
            <a:r>
              <a:rPr lang="en-IN" altLang="en-US">
                <a:solidFill>
                  <a:srgbClr val="FF0000"/>
                </a:solidFill>
              </a:rPr>
              <a:t>:: Kibana</a:t>
            </a:r>
          </a:p>
          <a:p>
            <a:r>
              <a:rPr lang="en-US"/>
              <a:t>Indexer (This will receive the log data from remote agents and will index it, so that we can search them later) </a:t>
            </a:r>
            <a:r>
              <a:rPr lang="en-IN" altLang="en-US"/>
              <a:t>:</a:t>
            </a:r>
            <a:r>
              <a:rPr lang="en-IN" altLang="en-US">
                <a:solidFill>
                  <a:srgbClr val="FF0000"/>
                </a:solidFill>
              </a:rPr>
              <a:t>:ElasticSearch</a:t>
            </a:r>
          </a:p>
          <a:p>
            <a:r>
              <a:rPr lang="en-US"/>
              <a:t>Broker (This will receive log event data from different agents, means remote servers)</a:t>
            </a:r>
            <a:r>
              <a:rPr lang="en-IN" altLang="en-US"/>
              <a:t>:</a:t>
            </a:r>
            <a:r>
              <a:rPr lang="en-IN" altLang="en-US">
                <a:solidFill>
                  <a:srgbClr val="FF0000"/>
                </a:solidFill>
              </a:rPr>
              <a:t>: Redis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38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345"/>
            <a:ext cx="10515600" cy="4940935"/>
          </a:xfrm>
        </p:spPr>
        <p:txBody>
          <a:bodyPr>
            <a:normAutofit fontScale="92500" lnSpcReduction="20000"/>
          </a:bodyPr>
          <a:lstStyle/>
          <a:p>
            <a:r>
              <a:rPr lang="en-IN" altLang="en-US" dirty="0"/>
              <a:t>Java</a:t>
            </a:r>
          </a:p>
          <a:p>
            <a:pPr marL="0" indent="0">
              <a:buNone/>
            </a:pPr>
            <a:r>
              <a:rPr lang="en-IN" altLang="en-US" sz="1200" dirty="0" err="1"/>
              <a:t>sudo</a:t>
            </a:r>
            <a:r>
              <a:rPr lang="en-IN" altLang="en-US" sz="1200" dirty="0"/>
              <a:t> yum install java-1.8.0-openjdk-devel</a:t>
            </a:r>
            <a:endParaRPr lang="en-IN" altLang="en-US" sz="1200" dirty="0"/>
          </a:p>
          <a:p>
            <a:r>
              <a:rPr lang="en-IN" altLang="en-US" dirty="0" err="1"/>
              <a:t>Logstash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sz="1200" dirty="0" err="1"/>
              <a:t>wget</a:t>
            </a:r>
            <a:r>
              <a:rPr lang="en-IN" altLang="en-US" sz="1200" dirty="0"/>
              <a:t> https://</a:t>
            </a:r>
            <a:r>
              <a:rPr lang="en-IN" altLang="en-US" sz="1200" dirty="0"/>
              <a:t>www.elastic.co/downloads/logstash/logstach-6.2.3.rpm</a:t>
            </a:r>
            <a:endParaRPr lang="en-IN" altLang="en-US" sz="1200" dirty="0"/>
          </a:p>
          <a:p>
            <a:r>
              <a:rPr lang="en-IN" altLang="en-US" dirty="0"/>
              <a:t>Elastic Search</a:t>
            </a:r>
          </a:p>
          <a:p>
            <a:pPr marL="0" indent="0">
              <a:buNone/>
            </a:pPr>
            <a:r>
              <a:rPr lang="en-IN" altLang="en-US" sz="1200" dirty="0"/>
              <a:t>https://www.elastic.co/downloads/elasticsearch/elasticsearch-6.2.3.rpm</a:t>
            </a:r>
          </a:p>
          <a:p>
            <a:pPr marL="0" indent="0">
              <a:buNone/>
            </a:pPr>
            <a:r>
              <a:rPr lang="en-IN" altLang="en-US" dirty="0"/>
              <a:t>rpm -</a:t>
            </a:r>
            <a:r>
              <a:rPr lang="en-IN" altLang="en-US" dirty="0" err="1"/>
              <a:t>ivh</a:t>
            </a:r>
            <a:r>
              <a:rPr lang="en-IN" altLang="en-US" dirty="0"/>
              <a:t> </a:t>
            </a:r>
            <a:r>
              <a:rPr lang="en-IN" altLang="en-US" dirty="0">
                <a:hlinkClick r:id="rId2"/>
              </a:rPr>
              <a:t>https://</a:t>
            </a:r>
            <a:r>
              <a:rPr lang="en-IN" altLang="en-US" dirty="0" smtClean="0">
                <a:hlinkClick r:id="rId2"/>
              </a:rPr>
              <a:t>artifacts.elastic.co/downloads/elasticsearch/elasticsearch-6.2.3.rpm</a:t>
            </a:r>
            <a:endParaRPr lang="en-IN" altLang="en-US" dirty="0" smtClean="0"/>
          </a:p>
          <a:p>
            <a:pPr marL="0" indent="0">
              <a:buNone/>
            </a:pPr>
            <a:r>
              <a:rPr lang="en-IN" altLang="en-US" dirty="0" err="1" smtClean="0"/>
              <a:t>Redis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sz="1200" dirty="0" err="1"/>
              <a:t>sudo</a:t>
            </a:r>
            <a:r>
              <a:rPr lang="en-IN" altLang="en-US" sz="1200" dirty="0"/>
              <a:t> </a:t>
            </a:r>
            <a:r>
              <a:rPr lang="en-IN" altLang="en-US" sz="1200"/>
              <a:t>yum </a:t>
            </a:r>
            <a:r>
              <a:rPr lang="en-IN" altLang="en-US" sz="1200" smtClean="0"/>
              <a:t>install </a:t>
            </a:r>
            <a:r>
              <a:rPr lang="en-IN" altLang="en-US" sz="1200" dirty="0" err="1"/>
              <a:t>redis</a:t>
            </a:r>
            <a:r>
              <a:rPr lang="en-IN" altLang="en-US" sz="1200" dirty="0"/>
              <a:t>-server</a:t>
            </a:r>
            <a:endParaRPr lang="en-IN" altLang="en-US" dirty="0"/>
          </a:p>
          <a:p>
            <a:r>
              <a:rPr lang="en-IN" altLang="en-US" dirty="0" err="1"/>
              <a:t>Kibana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sz="1200" dirty="0"/>
              <a:t>https://www.elastic.co/downloads/kibana/kibana-6.2.3-x86_64.rpm</a:t>
            </a:r>
            <a:endParaRPr lang="en-IN" altLang="en-US" dirty="0"/>
          </a:p>
          <a:p>
            <a:r>
              <a:rPr lang="en-IN" altLang="en-US" dirty="0" err="1"/>
              <a:t>Nginx</a:t>
            </a:r>
            <a:endParaRPr lang="en-IN" altLang="en-US" dirty="0"/>
          </a:p>
          <a:p>
            <a:pPr marL="0" algn="l">
              <a:buNone/>
            </a:pPr>
            <a:r>
              <a:rPr lang="en-IN" altLang="en-US" sz="1200" dirty="0" err="1"/>
              <a:t>sudo</a:t>
            </a:r>
            <a:r>
              <a:rPr lang="en-IN" altLang="en-US" sz="1200" dirty="0"/>
              <a:t> yum install </a:t>
            </a:r>
            <a:r>
              <a:rPr lang="en-IN" altLang="en-US" sz="1200" dirty="0" err="1"/>
              <a:t>nginx</a:t>
            </a:r>
            <a:endParaRPr lang="en-IN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ELK: Elastic Search, Logstash, Kibana</vt:lpstr>
      <vt:lpstr>Introduction</vt:lpstr>
      <vt:lpstr>PowerPoint Presentation</vt:lpstr>
      <vt:lpstr>Components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ELK: Elastic Search, Logstash, Kibana</dc:title>
  <dc:creator>Admin</dc:creator>
  <cp:lastModifiedBy>Abhiram gannavaram</cp:lastModifiedBy>
  <cp:revision>13</cp:revision>
  <dcterms:created xsi:type="dcterms:W3CDTF">2018-04-06T03:45:35Z</dcterms:created>
  <dcterms:modified xsi:type="dcterms:W3CDTF">2018-04-06T05:39:55Z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1033-10.2.0.6020</vt:lpwstr>
  </property>
</Properties>
</file>